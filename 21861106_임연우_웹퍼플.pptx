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" lastIdx="1" clrIdx="0">
    <p:extLst>
      <p:ext uri="{19B8F6BF-5375-455C-9EA6-DF929625EA0E}">
        <p15:presenceInfo xmlns:p15="http://schemas.microsoft.com/office/powerpoint/2012/main" userId="4f9c3fc876298ea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2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04-26T13:36:59.593" idx="1">
    <p:pos x="10" y="1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1289-BE0D-4EEF-AF73-B6A6E752D4FF}" type="datetimeFigureOut">
              <a:rPr lang="ko-KR" altLang="en-US" smtClean="0"/>
              <a:t>2019-04-26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C496F-3F1A-4E42-AC8F-2D614F9FD9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6578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1289-BE0D-4EEF-AF73-B6A6E752D4FF}" type="datetimeFigureOut">
              <a:rPr lang="ko-KR" altLang="en-US" smtClean="0"/>
              <a:t>2019-04-26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C496F-3F1A-4E42-AC8F-2D614F9FD9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242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1289-BE0D-4EEF-AF73-B6A6E752D4FF}" type="datetimeFigureOut">
              <a:rPr lang="ko-KR" altLang="en-US" smtClean="0"/>
              <a:t>2019-04-26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C496F-3F1A-4E42-AC8F-2D614F9FD9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874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1289-BE0D-4EEF-AF73-B6A6E752D4FF}" type="datetimeFigureOut">
              <a:rPr lang="ko-KR" altLang="en-US" smtClean="0"/>
              <a:t>2019-04-26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C496F-3F1A-4E42-AC8F-2D614F9FD9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2911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1289-BE0D-4EEF-AF73-B6A6E752D4FF}" type="datetimeFigureOut">
              <a:rPr lang="ko-KR" altLang="en-US" smtClean="0"/>
              <a:t>2019-04-26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C496F-3F1A-4E42-AC8F-2D614F9FD9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380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1289-BE0D-4EEF-AF73-B6A6E752D4FF}" type="datetimeFigureOut">
              <a:rPr lang="ko-KR" altLang="en-US" smtClean="0"/>
              <a:t>2019-04-26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C496F-3F1A-4E42-AC8F-2D614F9FD9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4850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1289-BE0D-4EEF-AF73-B6A6E752D4FF}" type="datetimeFigureOut">
              <a:rPr lang="ko-KR" altLang="en-US" smtClean="0"/>
              <a:t>2019-04-26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C496F-3F1A-4E42-AC8F-2D614F9FD9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8123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1289-BE0D-4EEF-AF73-B6A6E752D4FF}" type="datetimeFigureOut">
              <a:rPr lang="ko-KR" altLang="en-US" smtClean="0"/>
              <a:t>2019-04-26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C496F-3F1A-4E42-AC8F-2D614F9FD9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581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1289-BE0D-4EEF-AF73-B6A6E752D4FF}" type="datetimeFigureOut">
              <a:rPr lang="ko-KR" altLang="en-US" smtClean="0"/>
              <a:t>2019-04-26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C496F-3F1A-4E42-AC8F-2D614F9FD9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2182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1289-BE0D-4EEF-AF73-B6A6E752D4FF}" type="datetimeFigureOut">
              <a:rPr lang="ko-KR" altLang="en-US" smtClean="0"/>
              <a:t>2019-04-26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C496F-3F1A-4E42-AC8F-2D614F9FD9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914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1289-BE0D-4EEF-AF73-B6A6E752D4FF}" type="datetimeFigureOut">
              <a:rPr lang="ko-KR" altLang="en-US" smtClean="0"/>
              <a:t>2019-04-26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C496F-3F1A-4E42-AC8F-2D614F9FD9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9362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61289-BE0D-4EEF-AF73-B6A6E752D4FF}" type="datetimeFigureOut">
              <a:rPr lang="ko-KR" altLang="en-US" smtClean="0"/>
              <a:t>2019-04-26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C496F-3F1A-4E42-AC8F-2D614F9FD9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7693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901CE28-E6E1-48BB-B33B-9FCED0AC14C5}"/>
              </a:ext>
            </a:extLst>
          </p:cNvPr>
          <p:cNvSpPr/>
          <p:nvPr/>
        </p:nvSpPr>
        <p:spPr>
          <a:xfrm>
            <a:off x="391479" y="2238332"/>
            <a:ext cx="2592288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dirty="0" err="1">
                <a:latin typeface="210 M고딕 080" panose="02020603020101020101" pitchFamily="18" charset="-127"/>
                <a:ea typeface="210 M고딕 080" panose="02020603020101020101" pitchFamily="18" charset="-127"/>
              </a:rPr>
              <a:t>웹퍼블리싱</a:t>
            </a:r>
            <a:endParaRPr lang="en-US" altLang="ko-KR" sz="2400" dirty="0">
              <a:latin typeface="210 M고딕 080" panose="02020603020101020101" pitchFamily="18" charset="-127"/>
              <a:ea typeface="210 M고딕 080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210 M고딕 080" panose="02020603020101020101" pitchFamily="18" charset="-127"/>
                <a:ea typeface="210 M고딕 080" panose="02020603020101020101" pitchFamily="18" charset="-127"/>
              </a:rPr>
              <a:t>중간평가</a:t>
            </a:r>
            <a:endParaRPr lang="en-US" altLang="ko-KR" sz="2400" dirty="0">
              <a:latin typeface="210 M고딕 080" panose="02020603020101020101" pitchFamily="18" charset="-127"/>
              <a:ea typeface="210 M고딕 080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6004BE8-5D5A-4E07-A865-6BC8CEF477DA}"/>
              </a:ext>
            </a:extLst>
          </p:cNvPr>
          <p:cNvSpPr/>
          <p:nvPr/>
        </p:nvSpPr>
        <p:spPr>
          <a:xfrm>
            <a:off x="391478" y="3343807"/>
            <a:ext cx="29955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210 M고딕 030" panose="02020603020101020101" pitchFamily="18" charset="-127"/>
                <a:ea typeface="210 M고딕 030" panose="02020603020101020101" pitchFamily="18" charset="-127"/>
              </a:rPr>
              <a:t>자기를 주제로한 </a:t>
            </a:r>
            <a:r>
              <a:rPr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210 M고딕 030" panose="02020603020101020101" pitchFamily="18" charset="-127"/>
                <a:ea typeface="210 M고딕 030" panose="02020603020101020101" pitchFamily="18" charset="-127"/>
              </a:rPr>
              <a:t>사이트만들기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210 M고딕 030" panose="02020603020101020101" pitchFamily="18" charset="-127"/>
              <a:ea typeface="210 M고딕 030" panose="0202060302010102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56552FB-1CA2-4F6E-8BA2-87F0D2518532}"/>
              </a:ext>
            </a:extLst>
          </p:cNvPr>
          <p:cNvCxnSpPr/>
          <p:nvPr/>
        </p:nvCxnSpPr>
        <p:spPr>
          <a:xfrm>
            <a:off x="463487" y="3256379"/>
            <a:ext cx="21602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842C4DA-2347-471D-B348-546868416633}"/>
              </a:ext>
            </a:extLst>
          </p:cNvPr>
          <p:cNvCxnSpPr/>
          <p:nvPr/>
        </p:nvCxnSpPr>
        <p:spPr>
          <a:xfrm>
            <a:off x="463487" y="2135696"/>
            <a:ext cx="21602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17531F5B-5754-4CA7-960E-97513EE7F269}"/>
              </a:ext>
            </a:extLst>
          </p:cNvPr>
          <p:cNvSpPr/>
          <p:nvPr/>
        </p:nvSpPr>
        <p:spPr>
          <a:xfrm>
            <a:off x="7985485" y="6111957"/>
            <a:ext cx="1656184" cy="53110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0B90FCF-2412-4100-B8F7-44194322BC37}"/>
              </a:ext>
            </a:extLst>
          </p:cNvPr>
          <p:cNvSpPr/>
          <p:nvPr/>
        </p:nvSpPr>
        <p:spPr>
          <a:xfrm>
            <a:off x="8177471" y="6230618"/>
            <a:ext cx="180628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latin typeface="210 M고딕 040" panose="02020603020101020101" pitchFamily="18" charset="-127"/>
                <a:ea typeface="210 M고딕 040" panose="02020603020101020101" pitchFamily="18" charset="-127"/>
              </a:rPr>
              <a:t>21861106 </a:t>
            </a:r>
            <a:r>
              <a:rPr lang="ko-KR" altLang="en-US" sz="1200" dirty="0" err="1">
                <a:latin typeface="210 M고딕 040" panose="02020603020101020101" pitchFamily="18" charset="-127"/>
                <a:ea typeface="210 M고딕 040" panose="02020603020101020101" pitchFamily="18" charset="-127"/>
              </a:rPr>
              <a:t>임연우</a:t>
            </a:r>
            <a:endParaRPr lang="en-US" altLang="ko-KR" sz="1200" dirty="0">
              <a:latin typeface="210 M고딕 040" panose="02020603020101020101" pitchFamily="18" charset="-127"/>
              <a:ea typeface="210 M고딕 040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4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7215AF8-5303-465D-AC47-997F4E686130}"/>
              </a:ext>
            </a:extLst>
          </p:cNvPr>
          <p:cNvSpPr/>
          <p:nvPr/>
        </p:nvSpPr>
        <p:spPr>
          <a:xfrm>
            <a:off x="3103645" y="1108822"/>
            <a:ext cx="16442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210 M고딕 080" panose="02020603020101020101" pitchFamily="18" charset="-127"/>
                <a:ea typeface="210 M고딕 080" panose="02020603020101020101" pitchFamily="18" charset="-127"/>
              </a:rPr>
              <a:t>주제</a:t>
            </a:r>
            <a:endParaRPr lang="en-US" altLang="ko-KR" sz="2800" dirty="0">
              <a:solidFill>
                <a:schemeClr val="tx1">
                  <a:lumMod val="75000"/>
                  <a:lumOff val="25000"/>
                </a:schemeClr>
              </a:solidFill>
              <a:latin typeface="210 M고딕 080" panose="02020603020101020101" pitchFamily="18" charset="-127"/>
              <a:ea typeface="210 M고딕 080" panose="0202060302010102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9A0B4D8-0C79-4514-8740-484907B05C19}"/>
              </a:ext>
            </a:extLst>
          </p:cNvPr>
          <p:cNvSpPr/>
          <p:nvPr/>
        </p:nvSpPr>
        <p:spPr>
          <a:xfrm>
            <a:off x="3147808" y="1718253"/>
            <a:ext cx="3725608" cy="36081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800" dirty="0">
                <a:solidFill>
                  <a:schemeClr val="tx1"/>
                </a:solidFill>
                <a:latin typeface="210 M고딕 100" panose="02020603020101020101" pitchFamily="18" charset="-127"/>
                <a:ea typeface="210 M고딕 100" panose="02020603020101020101" pitchFamily="18" charset="-127"/>
              </a:rPr>
              <a:t>TMI</a:t>
            </a:r>
            <a:endParaRPr lang="ko-KR" altLang="en-US" sz="8800" dirty="0">
              <a:solidFill>
                <a:schemeClr val="tx1"/>
              </a:solidFill>
              <a:latin typeface="210 M고딕 100" panose="02020603020101020101" pitchFamily="18" charset="-127"/>
              <a:ea typeface="210 M고딕 100" panose="0202060302010102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006D10A-2CE2-4C24-97A6-ADFB1BBAB2DA}"/>
              </a:ext>
            </a:extLst>
          </p:cNvPr>
          <p:cNvSpPr/>
          <p:nvPr/>
        </p:nvSpPr>
        <p:spPr>
          <a:xfrm>
            <a:off x="6441368" y="4958613"/>
            <a:ext cx="720080" cy="6973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BD8EA1A-77F3-4ACD-A8FC-E814B0784509}"/>
              </a:ext>
            </a:extLst>
          </p:cNvPr>
          <p:cNvCxnSpPr/>
          <p:nvPr/>
        </p:nvCxnSpPr>
        <p:spPr>
          <a:xfrm>
            <a:off x="6441368" y="4958613"/>
            <a:ext cx="360040" cy="36004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762F05D-A35C-406C-B97B-16D9D8FF9A83}"/>
              </a:ext>
            </a:extLst>
          </p:cNvPr>
          <p:cNvSpPr txBox="1"/>
          <p:nvPr/>
        </p:nvSpPr>
        <p:spPr>
          <a:xfrm>
            <a:off x="4292081" y="4105470"/>
            <a:ext cx="14734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Too Much Information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968261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D160D35-2387-4256-ACD9-3DFD740D91E2}"/>
              </a:ext>
            </a:extLst>
          </p:cNvPr>
          <p:cNvSpPr/>
          <p:nvPr/>
        </p:nvSpPr>
        <p:spPr>
          <a:xfrm>
            <a:off x="2300677" y="1754155"/>
            <a:ext cx="5478714" cy="31367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EA3CFCE-B0A7-4EE3-A8C1-27A54E44E213}"/>
              </a:ext>
            </a:extLst>
          </p:cNvPr>
          <p:cNvSpPr/>
          <p:nvPr/>
        </p:nvSpPr>
        <p:spPr>
          <a:xfrm>
            <a:off x="2182593" y="2013751"/>
            <a:ext cx="5478714" cy="31367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FE5F2F7-579E-4543-A0BE-58B39998937D}"/>
              </a:ext>
            </a:extLst>
          </p:cNvPr>
          <p:cNvSpPr/>
          <p:nvPr/>
        </p:nvSpPr>
        <p:spPr>
          <a:xfrm>
            <a:off x="2973016" y="2657705"/>
            <a:ext cx="164428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210 M고딕 080" panose="02020603020101020101" pitchFamily="18" charset="-127"/>
                <a:ea typeface="210 M고딕 080" panose="02020603020101020101" pitchFamily="18" charset="-127"/>
              </a:rPr>
              <a:t>1.</a:t>
            </a:r>
            <a:r>
              <a:rPr lang="ko-KR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210 M고딕 080" panose="02020603020101020101" pitchFamily="18" charset="-127"/>
                <a:ea typeface="210 M고딕 080" panose="02020603020101020101" pitchFamily="18" charset="-127"/>
              </a:rPr>
              <a:t> </a:t>
            </a:r>
            <a:r>
              <a:rPr lang="en-US" altLang="ko-K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210 M고딕 080" panose="02020603020101020101" pitchFamily="18" charset="-127"/>
                <a:ea typeface="210 M고딕 080" panose="02020603020101020101" pitchFamily="18" charset="-127"/>
              </a:rPr>
              <a:t>ABOUT ME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2C89F86-F929-40B7-A04A-DDA56C68E2BF}"/>
              </a:ext>
            </a:extLst>
          </p:cNvPr>
          <p:cNvSpPr/>
          <p:nvPr/>
        </p:nvSpPr>
        <p:spPr>
          <a:xfrm>
            <a:off x="5502422" y="2727312"/>
            <a:ext cx="3437573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좋아하는 것</a:t>
            </a:r>
            <a:endParaRPr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취미</a:t>
            </a:r>
            <a:endParaRPr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일상 생각</a:t>
            </a:r>
            <a:endParaRPr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4033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D160D35-2387-4256-ACD9-3DFD740D91E2}"/>
              </a:ext>
            </a:extLst>
          </p:cNvPr>
          <p:cNvSpPr/>
          <p:nvPr/>
        </p:nvSpPr>
        <p:spPr>
          <a:xfrm>
            <a:off x="2300677" y="1754155"/>
            <a:ext cx="5478714" cy="31367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EA3CFCE-B0A7-4EE3-A8C1-27A54E44E213}"/>
              </a:ext>
            </a:extLst>
          </p:cNvPr>
          <p:cNvSpPr/>
          <p:nvPr/>
        </p:nvSpPr>
        <p:spPr>
          <a:xfrm>
            <a:off x="2182593" y="2013751"/>
            <a:ext cx="5478714" cy="31367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FE5F2F7-579E-4543-A0BE-58B39998937D}"/>
              </a:ext>
            </a:extLst>
          </p:cNvPr>
          <p:cNvSpPr/>
          <p:nvPr/>
        </p:nvSpPr>
        <p:spPr>
          <a:xfrm>
            <a:off x="2917032" y="2853648"/>
            <a:ext cx="172961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210 M고딕 080" panose="02020603020101020101" pitchFamily="18" charset="-127"/>
                <a:ea typeface="210 M고딕 080" panose="02020603020101020101" pitchFamily="18" charset="-127"/>
              </a:rPr>
              <a:t>2.</a:t>
            </a:r>
          </a:p>
          <a:p>
            <a:r>
              <a:rPr lang="en-US" altLang="ko-K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210 M고딕 080" panose="02020603020101020101" pitchFamily="18" charset="-127"/>
                <a:ea typeface="210 M고딕 080" panose="02020603020101020101" pitchFamily="18" charset="-127"/>
              </a:rPr>
              <a:t>PICTURE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2C89F86-F929-40B7-A04A-DDA56C68E2BF}"/>
              </a:ext>
            </a:extLst>
          </p:cNvPr>
          <p:cNvSpPr/>
          <p:nvPr/>
        </p:nvSpPr>
        <p:spPr>
          <a:xfrm>
            <a:off x="5577067" y="3305810"/>
            <a:ext cx="343757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>
                <a:latin typeface="HY견고딕" panose="02030600000101010101" pitchFamily="18" charset="-127"/>
                <a:ea typeface="HY견고딕" panose="02030600000101010101" pitchFamily="18" charset="-127"/>
              </a:rPr>
              <a:t>사진 갤러리</a:t>
            </a:r>
            <a:endParaRPr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5212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D160D35-2387-4256-ACD9-3DFD740D91E2}"/>
              </a:ext>
            </a:extLst>
          </p:cNvPr>
          <p:cNvSpPr/>
          <p:nvPr/>
        </p:nvSpPr>
        <p:spPr>
          <a:xfrm>
            <a:off x="2300677" y="1754155"/>
            <a:ext cx="5478714" cy="31367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EA3CFCE-B0A7-4EE3-A8C1-27A54E44E213}"/>
              </a:ext>
            </a:extLst>
          </p:cNvPr>
          <p:cNvSpPr/>
          <p:nvPr/>
        </p:nvSpPr>
        <p:spPr>
          <a:xfrm>
            <a:off x="2182593" y="2013751"/>
            <a:ext cx="5478714" cy="31367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FE5F2F7-579E-4543-A0BE-58B39998937D}"/>
              </a:ext>
            </a:extLst>
          </p:cNvPr>
          <p:cNvSpPr/>
          <p:nvPr/>
        </p:nvSpPr>
        <p:spPr>
          <a:xfrm>
            <a:off x="2917032" y="2853648"/>
            <a:ext cx="172961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210 M고딕 080" panose="02020603020101020101" pitchFamily="18" charset="-127"/>
                <a:ea typeface="210 M고딕 080" panose="02020603020101020101" pitchFamily="18" charset="-127"/>
              </a:rPr>
              <a:t>3.</a:t>
            </a:r>
          </a:p>
          <a:p>
            <a:r>
              <a:rPr lang="en-US" altLang="ko-K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210 M고딕 080" panose="02020603020101020101" pitchFamily="18" charset="-127"/>
                <a:ea typeface="210 M고딕 080" panose="02020603020101020101" pitchFamily="18" charset="-127"/>
              </a:rPr>
              <a:t>REVIEW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2C89F86-F929-40B7-A04A-DDA56C68E2BF}"/>
              </a:ext>
            </a:extLst>
          </p:cNvPr>
          <p:cNvSpPr/>
          <p:nvPr/>
        </p:nvSpPr>
        <p:spPr>
          <a:xfrm>
            <a:off x="5493092" y="2923255"/>
            <a:ext cx="343757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추천 맛집</a:t>
            </a:r>
            <a:endParaRPr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물건</a:t>
            </a:r>
            <a:endParaRPr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좋은 미술관</a:t>
            </a:r>
            <a:endParaRPr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1809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문서 3">
            <a:extLst>
              <a:ext uri="{FF2B5EF4-FFF2-40B4-BE49-F238E27FC236}">
                <a16:creationId xmlns:a16="http://schemas.microsoft.com/office/drawing/2014/main" id="{6FE24127-A406-4009-9A08-BEF48BF0E397}"/>
              </a:ext>
            </a:extLst>
          </p:cNvPr>
          <p:cNvSpPr/>
          <p:nvPr/>
        </p:nvSpPr>
        <p:spPr>
          <a:xfrm>
            <a:off x="2042797" y="1798711"/>
            <a:ext cx="5972200" cy="3986268"/>
          </a:xfrm>
          <a:prstGeom prst="flowChart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9048A74-131B-4BAD-A604-B0A2C7EBF3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15" t="24181" r="15216" b="24821"/>
          <a:stretch/>
        </p:blipFill>
        <p:spPr>
          <a:xfrm>
            <a:off x="2425959" y="2435289"/>
            <a:ext cx="5402425" cy="2239347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1C68547-04AB-4413-82C8-646E0B12BAC0}"/>
              </a:ext>
            </a:extLst>
          </p:cNvPr>
          <p:cNvSpPr/>
          <p:nvPr/>
        </p:nvSpPr>
        <p:spPr>
          <a:xfrm>
            <a:off x="1983973" y="1164806"/>
            <a:ext cx="16442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210 M고딕 080" panose="02020603020101020101" pitchFamily="18" charset="-127"/>
                <a:ea typeface="210 M고딕 080" panose="02020603020101020101" pitchFamily="18" charset="-127"/>
              </a:rPr>
              <a:t>사용할 색</a:t>
            </a:r>
            <a:endParaRPr lang="en-US" altLang="ko-KR" sz="2800" dirty="0">
              <a:solidFill>
                <a:schemeClr val="tx1">
                  <a:lumMod val="75000"/>
                  <a:lumOff val="25000"/>
                </a:schemeClr>
              </a:solidFill>
              <a:latin typeface="210 M고딕 080" panose="02020603020101020101" pitchFamily="18" charset="-127"/>
              <a:ea typeface="210 M고딕 080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5811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E347505-6882-4B84-BFBC-BAF10244EB6D}"/>
              </a:ext>
            </a:extLst>
          </p:cNvPr>
          <p:cNvSpPr/>
          <p:nvPr/>
        </p:nvSpPr>
        <p:spPr>
          <a:xfrm>
            <a:off x="541176" y="1073020"/>
            <a:ext cx="8873412" cy="51131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52F27F5-57E2-4268-9C24-A5BAB208DB4A}"/>
              </a:ext>
            </a:extLst>
          </p:cNvPr>
          <p:cNvSpPr/>
          <p:nvPr/>
        </p:nvSpPr>
        <p:spPr>
          <a:xfrm>
            <a:off x="541176" y="1063690"/>
            <a:ext cx="8873412" cy="51318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A9D8FE-A90A-44AB-9F1C-64CC27DF0282}"/>
              </a:ext>
            </a:extLst>
          </p:cNvPr>
          <p:cNvSpPr/>
          <p:nvPr/>
        </p:nvSpPr>
        <p:spPr>
          <a:xfrm>
            <a:off x="553617" y="5676123"/>
            <a:ext cx="8873412" cy="51318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3C2F86-1CC1-4BD7-A775-671552781611}"/>
              </a:ext>
            </a:extLst>
          </p:cNvPr>
          <p:cNvSpPr txBox="1"/>
          <p:nvPr/>
        </p:nvSpPr>
        <p:spPr>
          <a:xfrm>
            <a:off x="709126" y="1119673"/>
            <a:ext cx="1200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Xxxoo.com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419F3C-F8DF-49D8-B0AB-82BDF28A7BEA}"/>
              </a:ext>
            </a:extLst>
          </p:cNvPr>
          <p:cNvSpPr txBox="1"/>
          <p:nvPr/>
        </p:nvSpPr>
        <p:spPr>
          <a:xfrm>
            <a:off x="7259216" y="1129005"/>
            <a:ext cx="2026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메뉴</a:t>
            </a:r>
            <a:r>
              <a:rPr lang="en-US" altLang="ko-KR" dirty="0"/>
              <a:t>1 </a:t>
            </a:r>
            <a:r>
              <a:rPr lang="ko-KR" altLang="en-US" dirty="0"/>
              <a:t>메뉴</a:t>
            </a:r>
            <a:r>
              <a:rPr lang="en-US" altLang="ko-KR" dirty="0"/>
              <a:t>2 </a:t>
            </a:r>
            <a:r>
              <a:rPr lang="ko-KR" altLang="en-US" dirty="0"/>
              <a:t>메뉴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BA864F-EDE0-4C5D-A770-78EA17AF2536}"/>
              </a:ext>
            </a:extLst>
          </p:cNvPr>
          <p:cNvSpPr txBox="1"/>
          <p:nvPr/>
        </p:nvSpPr>
        <p:spPr>
          <a:xfrm>
            <a:off x="4562669" y="2155371"/>
            <a:ext cx="6463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제목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algn="ctr"/>
            <a:r>
              <a:rPr lang="ko-KR" altLang="en-US" dirty="0"/>
              <a:t>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2992AFA-7AFB-453E-8CA1-6CF4193FCB8A}"/>
              </a:ext>
            </a:extLst>
          </p:cNvPr>
          <p:cNvSpPr/>
          <p:nvPr/>
        </p:nvSpPr>
        <p:spPr>
          <a:xfrm>
            <a:off x="1017037" y="3776058"/>
            <a:ext cx="1408922" cy="12251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B451CE2-8753-4B77-8D79-FE8EDCF7CFD0}"/>
              </a:ext>
            </a:extLst>
          </p:cNvPr>
          <p:cNvSpPr/>
          <p:nvPr/>
        </p:nvSpPr>
        <p:spPr>
          <a:xfrm>
            <a:off x="3119535" y="3769837"/>
            <a:ext cx="1408922" cy="12251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40D6788-E597-493F-88C6-DA15A1082A84}"/>
              </a:ext>
            </a:extLst>
          </p:cNvPr>
          <p:cNvSpPr/>
          <p:nvPr/>
        </p:nvSpPr>
        <p:spPr>
          <a:xfrm>
            <a:off x="5128726" y="3810270"/>
            <a:ext cx="1408922" cy="12251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ADE868B-5EBA-4B6E-91BD-54C9B14D1080}"/>
              </a:ext>
            </a:extLst>
          </p:cNvPr>
          <p:cNvSpPr/>
          <p:nvPr/>
        </p:nvSpPr>
        <p:spPr>
          <a:xfrm>
            <a:off x="7035281" y="3748065"/>
            <a:ext cx="1408922" cy="12251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43378F-56EA-4EF9-B04D-E033A2A1E341}"/>
              </a:ext>
            </a:extLst>
          </p:cNvPr>
          <p:cNvSpPr txBox="1"/>
          <p:nvPr/>
        </p:nvSpPr>
        <p:spPr>
          <a:xfrm>
            <a:off x="1427583" y="501986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제목</a:t>
            </a:r>
            <a:endParaRPr lang="en-US" altLang="ko-KR" sz="1400" dirty="0"/>
          </a:p>
          <a:p>
            <a:pPr algn="ctr"/>
            <a:r>
              <a:rPr lang="ko-KR" altLang="en-US" sz="1400" dirty="0"/>
              <a:t>글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0283AE-57B3-486D-B916-FF9783AE0FD9}"/>
              </a:ext>
            </a:extLst>
          </p:cNvPr>
          <p:cNvSpPr txBox="1"/>
          <p:nvPr/>
        </p:nvSpPr>
        <p:spPr>
          <a:xfrm>
            <a:off x="3623387" y="502298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제목</a:t>
            </a:r>
            <a:endParaRPr lang="en-US" altLang="ko-KR" sz="1400" dirty="0"/>
          </a:p>
          <a:p>
            <a:pPr algn="ctr"/>
            <a:r>
              <a:rPr lang="ko-KR" altLang="en-US" sz="1400" dirty="0"/>
              <a:t>글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86C319-975F-4E30-8D01-275172764BC0}"/>
              </a:ext>
            </a:extLst>
          </p:cNvPr>
          <p:cNvSpPr txBox="1"/>
          <p:nvPr/>
        </p:nvSpPr>
        <p:spPr>
          <a:xfrm>
            <a:off x="5557934" y="508207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제목</a:t>
            </a:r>
            <a:endParaRPr lang="en-US" altLang="ko-KR" sz="1400" dirty="0"/>
          </a:p>
          <a:p>
            <a:pPr algn="ctr"/>
            <a:r>
              <a:rPr lang="ko-KR" altLang="en-US" sz="1400" dirty="0"/>
              <a:t>글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58722C-E5D0-4E59-AEB7-F28BE4810309}"/>
              </a:ext>
            </a:extLst>
          </p:cNvPr>
          <p:cNvSpPr txBox="1"/>
          <p:nvPr/>
        </p:nvSpPr>
        <p:spPr>
          <a:xfrm>
            <a:off x="7473820" y="504786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제목</a:t>
            </a:r>
            <a:endParaRPr lang="en-US" altLang="ko-KR" sz="1400" dirty="0"/>
          </a:p>
          <a:p>
            <a:pPr algn="ctr"/>
            <a:r>
              <a:rPr lang="ko-KR" altLang="en-US" sz="1400" dirty="0"/>
              <a:t>글</a:t>
            </a:r>
          </a:p>
        </p:txBody>
      </p:sp>
    </p:spTree>
    <p:extLst>
      <p:ext uri="{BB962C8B-B14F-4D97-AF65-F5344CB8AC3E}">
        <p14:creationId xmlns:p14="http://schemas.microsoft.com/office/powerpoint/2010/main" val="870332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이(가) 표시된 사진&#10;&#10;자동 생성된 설명">
            <a:extLst>
              <a:ext uri="{FF2B5EF4-FFF2-40B4-BE49-F238E27FC236}">
                <a16:creationId xmlns:a16="http://schemas.microsoft.com/office/drawing/2014/main" id="{CBC567A1-0D51-4594-954E-7480CB1D9A9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88" r="1194" b="5710"/>
          <a:stretch/>
        </p:blipFill>
        <p:spPr>
          <a:xfrm>
            <a:off x="3145664" y="212003"/>
            <a:ext cx="4122883" cy="2016243"/>
          </a:xfrm>
          <a:prstGeom prst="rect">
            <a:avLst/>
          </a:prstGeom>
        </p:spPr>
      </p:pic>
      <p:pic>
        <p:nvPicPr>
          <p:cNvPr id="5" name="그림 4" descr="스크린샷이(가) 표시된 사진&#10;&#10;자동 생성된 설명">
            <a:extLst>
              <a:ext uri="{FF2B5EF4-FFF2-40B4-BE49-F238E27FC236}">
                <a16:creationId xmlns:a16="http://schemas.microsoft.com/office/drawing/2014/main" id="{942D793C-3B75-479B-9B87-34D8EBD9A3B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55" r="1287" b="6379"/>
          <a:stretch/>
        </p:blipFill>
        <p:spPr>
          <a:xfrm>
            <a:off x="3079840" y="2393161"/>
            <a:ext cx="4244689" cy="2057540"/>
          </a:xfrm>
          <a:prstGeom prst="rect">
            <a:avLst/>
          </a:prstGeom>
        </p:spPr>
      </p:pic>
      <p:pic>
        <p:nvPicPr>
          <p:cNvPr id="7" name="그림 6" descr="스크린샷이(가) 표시된 사진&#10;&#10;자동 생성된 설명">
            <a:extLst>
              <a:ext uri="{FF2B5EF4-FFF2-40B4-BE49-F238E27FC236}">
                <a16:creationId xmlns:a16="http://schemas.microsoft.com/office/drawing/2014/main" id="{64238554-A5E4-4E1A-9510-8519DBE4030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3" r="1099" b="6546"/>
          <a:stretch/>
        </p:blipFill>
        <p:spPr>
          <a:xfrm>
            <a:off x="3191069" y="4599991"/>
            <a:ext cx="4187798" cy="203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800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55</Words>
  <Application>Microsoft Office PowerPoint</Application>
  <PresentationFormat>A4 용지(210x297mm)</PresentationFormat>
  <Paragraphs>38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7" baseType="lpstr">
      <vt:lpstr>210 M고딕 030</vt:lpstr>
      <vt:lpstr>210 M고딕 040</vt:lpstr>
      <vt:lpstr>210 M고딕 080</vt:lpstr>
      <vt:lpstr>210 M고딕 100</vt:lpstr>
      <vt:lpstr>HY견고딕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110is</dc:creator>
  <cp:lastModifiedBy> </cp:lastModifiedBy>
  <cp:revision>5</cp:revision>
  <dcterms:created xsi:type="dcterms:W3CDTF">2019-04-26T04:20:37Z</dcterms:created>
  <dcterms:modified xsi:type="dcterms:W3CDTF">2019-04-26T04:42:13Z</dcterms:modified>
</cp:coreProperties>
</file>